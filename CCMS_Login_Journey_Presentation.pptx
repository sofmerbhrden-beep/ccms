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966960" y="-822960"/>
            <a:ext cx="3108960" cy="310896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320040"/>
            <a:ext cx="1737360" cy="1737360"/>
          </a:xfrm>
          <a:prstGeom prst="ellipse">
            <a:avLst/>
          </a:prstGeom>
          <a:solidFill>
            <a:srgbClr val="C7D2FE"/>
          </a:solidFill>
          <a:ln/>
        </p:spPr>
      </p:sp>
      <p:sp>
        <p:nvSpPr>
          <p:cNvPr id="10" name="Shape 8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10972800" y="3017520"/>
            <a:ext cx="1280160" cy="12801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18872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1887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INTERNSHIP PROJECT  • 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645920"/>
            <a:ext cx="10058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777240" y="3035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&amp; Compliance Management System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3611880"/>
            <a:ext cx="850392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611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TODAY'S FOCUS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Login &amp; Authentication Journey — the frontend experience door-by-door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2793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flow, every layer: 7 auth screens → React Context → one API file → Express JWT cookies.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489204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8920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  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DEVELOPER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  React + Vite + Tailwind   •   Presented to: ____________ (professor)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5852160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852160"/>
            <a:ext cx="1088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29968" y="585216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9968" y="585216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90672" y="5852160"/>
            <a:ext cx="147218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585216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27448" y="585216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585216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 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56248" y="5852160"/>
            <a:ext cx="15681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5852160"/>
            <a:ext cx="15681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framer-motion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89036" y="585216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9036" y="5852160"/>
            <a:ext cx="13761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B2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cookies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 Chose the Login as My Deep Dive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CCMS frontend is a large system — so I follow ONE flow end-to-end and show every layer inside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0848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LOGIN?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every user's first touch — secure, bilingual &amp; pixel-crafted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touches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architectural layer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my frontend: UI, state, HTTP, routing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the model for how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other feature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CCMS talks to the API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interview material: JWT, guards, cookies, redirects — real concepts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5166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0848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ROUTE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248716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60920" y="2487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7 auth screens &amp; where they live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30632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0920" y="3063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login screen (design + UX)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363931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36393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doors: how the app signs users 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42153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0920" y="42153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Code: the HTTP client &amp; AuthContext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4791456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60920" y="47914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reset journey + guards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20840" y="5367528"/>
            <a:ext cx="457200" cy="4572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60920" y="5367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summary &amp; live demo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in 60 Seconds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context in one glance — then we zoom into the login.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7830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system, three portals: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applicants apply online with document uploads, staff review, admins issue QR-verifiable certificates — bilingual EN/AM, Ethiopian calendar, live eTrade TIN autofill.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97180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 APPLICANT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Registers → 5-step apply wizard → tracks status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07408" y="2788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0288" y="297180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🧑‍💼  STAFF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36008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pending applications → approves / rejects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74736" y="2788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57616" y="297180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4776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 ADMIN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03336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decisions → certificates + QR → users &amp; settings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4434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ROLE ENTERS THROUGH THE SAME FOCUS SLIDES THAT FOLLOW: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8006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919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40080" y="53766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screens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71216" y="48006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871216" y="4919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871216" y="53766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form, 3 roles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02352" y="48006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102352" y="4919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102352" y="53766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HttpOnly cookie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48006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33488" y="4919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333488" y="53766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staff/admin doors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564624" y="480060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564624" y="4919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564624" y="53766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guards &amp; redirects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THE 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Authentication Screen Suite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7 route entries straight from src/App.jsx — my first routing lesson was mapping these.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828800"/>
            <a:ext cx="64008" cy="5120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82880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182880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pages/LoginForm.jsx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1901952"/>
            <a:ext cx="1737360" cy="365760"/>
          </a:xfrm>
          <a:prstGeom prst="roundRect">
            <a:avLst>
              <a:gd name="adj" fmla="val 525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9019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0" y="182880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roles sign in here — navigation by role afterwards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432304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432304"/>
            <a:ext cx="64008" cy="5120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432304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11880" y="243230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pages/RegisterForm.jsx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12280" y="2505456"/>
            <a:ext cx="1737360" cy="365760"/>
          </a:xfrm>
          <a:prstGeom prst="roundRect">
            <a:avLst>
              <a:gd name="adj" fmla="val 525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5054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0" y="2432304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Role-aware signup; staff &amp; admin need an access code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035808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035808"/>
            <a:ext cx="64008" cy="5120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03580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/forgot-password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11880" y="303580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pages/ForgotPassword.jsx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3108960"/>
            <a:ext cx="1737360" cy="365760"/>
          </a:xfrm>
          <a:prstGeom prst="roundRect">
            <a:avLst>
              <a:gd name="adj" fmla="val 525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0" y="303580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→ reset instructions from backend mailer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363931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3639312"/>
            <a:ext cx="64008" cy="5120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3639312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/reset-password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11880" y="363931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pages/ResetPassword.jsx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12280" y="3712464"/>
            <a:ext cx="1737360" cy="365760"/>
          </a:xfrm>
          <a:prstGeom prst="roundRect">
            <a:avLst>
              <a:gd name="adj" fmla="val 525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7124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+ token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86800" y="3639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lands here with a token; set new password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4242816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242816"/>
            <a:ext cx="64008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4242816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/staff-forgot-password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611880" y="424281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pages/StaffForgotPassword.jsx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12280" y="4315968"/>
            <a:ext cx="1737360" cy="365760"/>
          </a:xfrm>
          <a:prstGeom prst="roundRect">
            <a:avLst>
              <a:gd name="adj" fmla="val 52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43159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+ code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686800" y="424281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variant: access code validated first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4846320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" y="4846320"/>
            <a:ext cx="64008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48463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/admin-forgot-password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611880" y="484632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pages/AdminForgotPassword.jsx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12280" y="4919472"/>
            <a:ext cx="1737360" cy="365760"/>
          </a:xfrm>
          <a:prstGeom prst="roundRect">
            <a:avLst>
              <a:gd name="adj" fmla="val 52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49194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+ code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686800" y="484632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variant: access code validated first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40080" y="5449824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0080" y="5449824"/>
            <a:ext cx="64008" cy="5120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449824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/change-password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611880" y="544982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pages/ChangePassword.jsx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812280" y="5522976"/>
            <a:ext cx="1737360" cy="365760"/>
          </a:xfrm>
          <a:prstGeom prst="roundRect">
            <a:avLst>
              <a:gd name="adj" fmla="val 525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12280" y="55229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RequireAuth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686800" y="5449824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Forced first login when mustChangePassword is set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85800" y="61447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public route: </a:t>
            </a:r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/verify/:year/:seq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certificate QR verification, no login needed.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UI CRAFTSMANSHIP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Login Screen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pages/LoginForm.jsx — a split-screen design I built with Tailwind + framer-motion.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103120"/>
            <a:ext cx="2194560" cy="3520440"/>
          </a:xfrm>
          <a:prstGeom prst="roundRect">
            <a:avLst>
              <a:gd name="adj" fmla="val 2500"/>
            </a:avLst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228600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3B5AA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2860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5156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CCMS Portal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5156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Headline Here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supporting description t(...)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2103120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60604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6060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or username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3280" y="301752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30175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           👁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3474720"/>
            <a:ext cx="2240280" cy="329184"/>
          </a:xfrm>
          <a:prstGeom prst="roundRect">
            <a:avLst>
              <a:gd name="adj" fmla="val 13889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47472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977640"/>
            <a:ext cx="146304" cy="146304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9319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banner appears here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83280" y="4251960"/>
            <a:ext cx="146304" cy="146304"/>
          </a:xfrm>
          <a:prstGeom prst="ellipse">
            <a:avLst/>
          </a:prstGeom>
          <a:solidFill>
            <a:srgbClr val="A7F3D0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42062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banner (from reset)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8328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EN/AM toggle  •  © footer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68680" y="59436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LAYOUT, DRAWN 1:1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09360" y="187452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DECISIONS I MADE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23774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Split-screen layout: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panel (#1B2A4A) + form; collapses to single column on mobile (hidden lg:flex)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framer-motion choreography: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staggered spring entrance (itemVariants), not just fade-in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validation first: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fields + email regex — only if the identifier contains '@' (usernames allowed)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/ hide password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lucide Eye / EyeOff toggle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Context-aware UX: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prefills email &amp; success message passed via React Router location.state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useLanguage() + LanguageToggle is present on every auth screen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API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Doors Into the Same House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login form; the backend exposes tailored session endpoints — and two of the paths are deliberately unguessable.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084832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/api/v1/sessions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main form's default call — authenticates any valid account and returns the user object with their role.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LoginForm → useAuth().login(email, password)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187452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2084832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DOOR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6008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/api/v1/sessions/v8k2mxp4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297180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Staff-only entry. An unguessable path segment keeps the staff login off the public surface — paired with an access code for registration &amp; password reset.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36008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api.loginStaff()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74736" y="187452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75904" y="2084832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DOOR 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03336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/api/v1/sessions/zq9wr3nt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03336" y="297180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Admin-only entry — same obscurity + access-code strategy for the admin portal.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03336" y="4297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api.loginAdmin()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49377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SPLIT THE DOORS? 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validation semantics &amp; routing per role (AuthContext picks the function when a role is passed to login()). Defense-in-depth mindset: the applicant never even sees a staff login form. And a generic POST /sessions stays for generic REST clients — the collection's create action.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FLOW SPOTLIGHT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a Login Click Through the Stack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 every professor asks — now with exact file names.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65960"/>
            <a:ext cx="64008" cy="1600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75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LoginForm.jsx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submits email + password → client validation runs first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2651760"/>
            <a:ext cx="384048" cy="23774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19659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965960"/>
            <a:ext cx="64008" cy="160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075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useAuth().login()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63440" y="26791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AuthContext picks loginApplicant / loginStaff / loginAdmin if a role was passed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36408" y="2651760"/>
            <a:ext cx="384048" cy="23774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0" y="19659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1965960"/>
            <a:ext cx="64008" cy="1600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2075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5820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api.login...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58200" y="26791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inside services/api.js — credentials:"include", JSON body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8862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886200"/>
            <a:ext cx="64008" cy="1600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995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proxy → :4000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68680" y="45994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route → zod loginSchema → bcrypt.compare → jwt.sign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41648" y="4572000"/>
            <a:ext cx="384048" cy="23774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4" name="Shape 32"/>
          <p:cNvSpPr/>
          <p:nvPr/>
        </p:nvSpPr>
        <p:spPr>
          <a:xfrm>
            <a:off x="4434840" y="38862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34840" y="3886200"/>
            <a:ext cx="64008" cy="1600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995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 cookie set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663440" y="45994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cookie — JavaScript can never read it (XSS-safe)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36408" y="4572000"/>
            <a:ext cx="384048" cy="23774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0" y="38862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0" y="3886200"/>
            <a:ext cx="64008" cy="1600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2" name="Text 40"/>
          <p:cNvSpPr/>
          <p:nvPr/>
        </p:nvSpPr>
        <p:spPr>
          <a:xfrm>
            <a:off x="8458200" y="3995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5820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setUser() → redirect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458200" y="45994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HOME_BY_ROLE map: /applicant, /staff or /admin dashboard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The whole round trip takes one fetch call — and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→ setError(err.message)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shows the backend's real message ("Session expired...", "Not allowed") in the form's banner.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CODE SPOTLIGHT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src/context/AuthContext.jsx — The Session Brain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Remembers who you are across refreshes — with one probe and one cookie.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200253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00253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008" y="200253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94560"/>
            <a:ext cx="62179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AuthProvider({ children })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[user, setUser]   = useState(null);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[loading, setLoading] = useState(true);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on mount: "who am I?" — checks the cookie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api.currentSession()          // GET /sessions/current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.then(s =&gt; setUser(s.user)) // restored!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.catch(() =&gt; setUser(null)) // logged out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.finally(() =&gt; setLoading(false));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login = async (id, secret, role) =&gt;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picks the right door, then: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setUser(session.user);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session.user;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logout = async () =&gt;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 await api.logout(); }    // DELETE /sessions/current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 { setUser(null); }     // + cookie cleared server-side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9520" y="18745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0" y="18745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947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mount probe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0" y="222199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page refresh runs GET /sessions/current first — the cookie answers silently; loading gates the router so there's no "login flash"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29260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2926080"/>
            <a:ext cx="64008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 spreads everywhere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0" y="32735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RequireAuth, navbars, role redirects — all read this single state via useAuth()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89520" y="39776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0" y="397764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4050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 failure safety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0" y="432511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finally setUser(null) — even if the network hiccups, the user is dropped locally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502920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9520" y="5029200"/>
            <a:ext cx="64008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5102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login(role) switch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0" y="537667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Callback picks loginApplicant/loginStaff/loginAdmin — the form doesn't need to know the URLs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CODE SPOTLIGHT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src/services/api.js — The One Network Door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entire HTTP layer: every request in the app passes through this wrapper.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200253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00253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008" y="200253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94560"/>
            <a:ext cx="62179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services/api.js — the ONLY file that fetches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API_ROOT = "/api/v1";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request(path, { method = "GET", body } = {})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opts = { method, credentials: "include" };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(body instanceof FormData)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opts.body = body;                  // files → multipart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opts.headers["Content-Type"] = "application/json";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opts.body = JSON.stringify(body);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fetch(`${API_ROOT}${path}`, opts);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(!res.ok) throw new ApiError(res.status, data?.message);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data;                         // JSON with _links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api =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login: (e, p)  =&gt; request("/sessions",        { method:"POST", body:{e,p} }),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loginStaff:    =&gt; "/sessions/v8k2mxp4",  loginAdmin: =&gt; "/sessions/zq9wr3nt",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currentSession: () =&gt; request("/sessions/current"),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logout:         () =&gt; request("/sessions/current", { method: "DELETE" }),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9520" y="18745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0" y="18745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947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credentials: "include"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0" y="222199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the HttpOnly JWT cookie with every request — the session travels for free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29260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2926080"/>
            <a:ext cx="64008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FormData branch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0" y="32735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door handles file uploads (photos, Fayda ID, docs) later in the app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89520" y="39776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0" y="397764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4050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 class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0" y="432511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errors — pages render the backend's real message, no guessing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502920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9520" y="5029200"/>
            <a:ext cx="64008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5102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 on 408/429/5xx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0" y="537667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requests auto-retry once after 600 ms — resilience nicety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ROUTING &amp; 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Routing, Defended Twice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frontend hides what you shouldn't see. The backend refuses what you shouldn't 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200253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00253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008" y="200253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94560"/>
            <a:ext cx="5120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path="/applicant" element={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&lt;RequireAuth roles={["applicant"]}&gt;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&lt;ApplicantLayout/&gt;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}&lt;/RequireAuth&gt; }&gt;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path="/staff" element={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&lt;RequireAuth roles={["staff"]}&gt; ...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path="/admin" element={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&lt;RequireAuth roles={["admin"]}&gt; ...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RequireAuth.jsx checks: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loading?       show spinner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!user?         → redirect to login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wrong role?    → send to own home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mustChangePassword?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force /change-password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874520"/>
            <a:ext cx="5074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874520"/>
            <a:ext cx="73152" cy="1207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GUARD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93408" y="22585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RequireAuth.jsx wraps every role's routes — instant redirects per role (each role is sent to its own home), UX-level only.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264408"/>
            <a:ext cx="5074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264408"/>
            <a:ext cx="73152" cy="1207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6693408" y="33558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GUARD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93408" y="364845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Express route: protect (JWT cookie) → requireRole("staff","admin") → validate (zod). A forged request still gets 401/403 — this is the real wall.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4654296"/>
            <a:ext cx="5074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654296"/>
            <a:ext cx="73152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408" y="47457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SECURITY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93408" y="503834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signed with JWT_SECRET, stored in an HttpOnly cookie — invisible to JavaScript and auto-sent on every request; bcryptjs hashes never plaintext.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RECOVERY 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Forgot-Password Journey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 email-token round trip, fully scripted on the frontend side too.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1031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26974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ForgotPassword.jsx — email form → POST /users/forgot-password → success card: "check your inbox" (done state)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64408" y="288036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3493008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94176" y="21031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94176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70248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21608" y="26974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mailer (Nodemailer/Resend) emails a reset link containing a one-time token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17336" y="288036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6345936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47104" y="21031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547104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23176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74536" y="26974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ResetPassword.jsx — no token? friendly "Invalid or Expired Link" card with recovery actions; token? new-password form (min 8 chars + confirm match)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70264" y="288036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9198864" y="1920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00032" y="21031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9400032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76104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in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27464" y="26974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api.resetPassword(token, password) → POST /users/reset-password → navigate to login WITH a success banner via location.state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43484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4400" y="45720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 &amp; ADMIN VARIANTS — /staff-forgot-password, /admin-forgot-password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14400" y="4892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code first: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form asks for the role's access code, checks it live against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/users/validate-staff-code  ·  /validate-admin-code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instant feedback before an email is ever sent. Then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/users/staff-forgot-password  ·  /admin-forgot-password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with { accessCode, email }.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SESSION LIFECYCLE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Refresh, Lock-out &amp; Logout Handled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edge cases I explicitly designed for.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On refresh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AuthProvider's mount effect calls GET /sessions/current → user restored from the HttpOnly cookie automatically. Router stays gated (loading=true) so nobody sees a login flash.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1920240"/>
            <a:ext cx="64008" cy="2834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407408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36008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Expired / banned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6008" y="26517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answers 401 ("Session expired..." or "Account not found or deactivated" — protect() even checks user.active) → AuthContext flips to user=null → UI acts logged out.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07408" y="1920240"/>
            <a:ext cx="64008" cy="2834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8174736" y="19202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03336" y="2103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🚪  On logout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03336" y="265176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/sessions/current kills the cookie server-side; setUser(null) runs in a finally block, so the UI clears even if the network call fails.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74736" y="1920240"/>
            <a:ext cx="64008" cy="2834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98348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9834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FIRST-LOGIN LOCK: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session user carries mustChangePassword, RequireAuth redirects them to /change-password before anything else — forced hygiene for fresh accounts.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SECURITY RECAP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Login's Defense Layers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answers to "is it secure?" — one sentence each.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20240"/>
            <a:ext cx="64008" cy="1783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 JWT cookie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2423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token lives where JavaScript can't touch it — XSS can't steal a session it can't read.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19202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07408" y="1920240"/>
            <a:ext cx="64008" cy="1783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08576" y="2423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 are verified against salted hashes server-side; the plaintext never exists on either side of the wire.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74736" y="19202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74736" y="1920240"/>
            <a:ext cx="64008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 validation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75904" y="2423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login/register/reset body is schema-validated before a controller runs (loginSchema first in the chain).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319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931920"/>
            <a:ext cx="64008" cy="1783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limiting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" y="4434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 requests / 15 min per IP across /api — brute force becomes a very slow hobby.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07408" y="39319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07408" y="3931920"/>
            <a:ext cx="64008" cy="178308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9" name="Text 27"/>
          <p:cNvSpPr/>
          <p:nvPr/>
        </p:nvSpPr>
        <p:spPr>
          <a:xfrm>
            <a:off x="4608576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Obscurity + access codes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08576" y="4434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Unguessable staff/admin paths plus STAFF/ADMIN access codes (env vars, never in git) for registration and resets.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47888" y="393192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0F172A"/>
          </a:solidFill>
          <a:ln w="1905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58200" y="4069080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UX guard + server gatekeeping + token storage + validation + rate limit. The professor's favorite word: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"defense in depth."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LIVE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You're About to See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demo accounts come from the backend seed: npm run seed.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121408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CFE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1214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1   </a:t>
            </a:r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74320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with seeded account → lands on /applicant/dashboard → refresh the page: still logged in (cookie probe!). Log out → locked out.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19202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2121408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21214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2   </a:t>
            </a:r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CASE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36008" y="274320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password → red banner with the backend's real message → submit empty form → client-side validation catches it instantly.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74736" y="192024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75904" y="2121408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F5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94776" y="21214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3   </a:t>
            </a:r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03336" y="274320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Forgot password flow → email screen (dev: shows the token route) → reset form → login shows the green "Password reset successful" banner.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34840"/>
            <a:ext cx="1097280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COMMANDS &amp; CHECKS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(root — backend :4000 + frontend :5173 together)  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seed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(demo accounts)  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:27017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be running   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bilingual demo: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flip the 🌐 toggle on the login screen live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Q&amp;A PREP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I Expect — and My Answers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Studied from the actual code, not from a tutorial.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874520"/>
            <a:ext cx="64008" cy="1280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 How does the app stay logged in after refresh?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23317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AuthContext re-probes /sessions/current on mount; the HttpOnly cookie answers; loading gates the router.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27648" y="18745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87452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528816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 Where is the JWT stored — safe?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28816" y="23317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HttpOnly cookie, unreadable to JS (anti-XSS); auto-sent via credentials:"include". Never localStorage.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319272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19272"/>
            <a:ext cx="64008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4107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 Client checks are useless, right?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37764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They're UX, not security — same rules re-run as zod schemas (&gt;loginSchema) on the server. When a forged request comes with their valid user in the cookie, bcrypt compares that user's hash.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27648" y="3319272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27648" y="3319272"/>
            <a:ext cx="64008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528816" y="34107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 Why separate login endpoints?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28816" y="377647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validation semantics per role, plus path obscurity + access codes for staff/admin — the generic /sessions stays for generic REST clients.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764024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764024"/>
            <a:ext cx="64008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485546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Q5  What if the token is expired?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1248" y="5221224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protect() returns 401 ("Session expired please log in again"); ApiError carries the message to the form's banner; on page loads the probe just sets user=null.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27648" y="4764024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27648" y="4764024"/>
            <a:ext cx="64008" cy="12801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3" name="Text 31"/>
          <p:cNvSpPr/>
          <p:nvPr/>
        </p:nvSpPr>
        <p:spPr>
          <a:xfrm>
            <a:off x="6528816" y="485546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Q6  What did YOU write here?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28816" y="5221224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honestly — but the point isn't only the form: it's the architecture of api.js, contexts, RequireAuth, and message-passing UX.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Focus: The Login Journey  •  Frontend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966960" y="-822960"/>
            <a:ext cx="3108960" cy="310896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Shape 7"/>
          <p:cNvSpPr/>
          <p:nvPr/>
        </p:nvSpPr>
        <p:spPr>
          <a:xfrm>
            <a:off x="-1005840" y="4937760"/>
            <a:ext cx="2926080" cy="292608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463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463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THAT'S A WRAP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login was one door — now imagine the whole house. Questions welcome. 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5840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screens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61488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61488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doors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17136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17136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cookie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72784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72784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28432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28432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 file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784080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B2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∞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84080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curiosity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" y="5440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walkthrough available: </a:t>
            </a:r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pages/LoginForm.jsx  •  context/AuthContext.jsx  •  services/api.js  •  components/RequireAuth.jsx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CCMS - The Login Journey (Frontend)</dc:title>
  <dc:subject>PptxGenJS Presentation</dc:subject>
  <dc:creator>Frontend Developer</dc:creator>
  <cp:lastModifiedBy>Frontend Developer</cp:lastModifiedBy>
  <cp:revision>1</cp:revision>
  <dcterms:created xsi:type="dcterms:W3CDTF">2026-10-20T09:50:35Z</dcterms:created>
  <dcterms:modified xsi:type="dcterms:W3CDTF">2026-10-20T09:50:35Z</dcterms:modified>
</cp:coreProperties>
</file>