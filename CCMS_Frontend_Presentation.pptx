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Frontend Developer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966960" y="-822960"/>
            <a:ext cx="3108960" cy="310896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9" name="Shape 7"/>
          <p:cNvSpPr/>
          <p:nvPr/>
        </p:nvSpPr>
        <p:spPr>
          <a:xfrm>
            <a:off x="11109960" y="320040"/>
            <a:ext cx="1737360" cy="1737360"/>
          </a:xfrm>
          <a:prstGeom prst="ellipse">
            <a:avLst/>
          </a:prstGeom>
          <a:solidFill>
            <a:srgbClr val="C7D2FE"/>
          </a:solidFill>
          <a:ln/>
        </p:spPr>
      </p:sp>
      <p:sp>
        <p:nvSpPr>
          <p:cNvPr id="10" name="Shape 8"/>
          <p:cNvSpPr/>
          <p:nvPr/>
        </p:nvSpPr>
        <p:spPr>
          <a:xfrm>
            <a:off x="-1005840" y="5120640"/>
            <a:ext cx="2926080" cy="2926080"/>
          </a:xfrm>
          <a:prstGeom prst="ellipse">
            <a:avLst/>
          </a:prstGeom>
          <a:solidFill>
            <a:srgbClr val="ECFEFF"/>
          </a:solidFill>
          <a:ln/>
        </p:spPr>
      </p:sp>
      <p:sp>
        <p:nvSpPr>
          <p:cNvPr id="11" name="Shape 9"/>
          <p:cNvSpPr/>
          <p:nvPr/>
        </p:nvSpPr>
        <p:spPr>
          <a:xfrm rot="2700000">
            <a:off x="10972800" y="3017520"/>
            <a:ext cx="1280160" cy="128016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123444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2344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INTERNSHIP PROJECT  • 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169164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spc="200" kern="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</a:t>
            </a:r>
            <a:endParaRPr lang="en-US" sz="8800" dirty="0"/>
          </a:p>
        </p:txBody>
      </p:sp>
      <p:sp>
        <p:nvSpPr>
          <p:cNvPr id="15" name="Text 13"/>
          <p:cNvSpPr/>
          <p:nvPr/>
        </p:nvSpPr>
        <p:spPr>
          <a:xfrm>
            <a:off x="777240" y="3154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 &amp; Compliance Management System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77240" y="361188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full-stack web platform where applicants apply online, staff review, and admins issue verified certificates — bilingual (EN / AM), real-time, and powered by the Ethiopian eTrade registry.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7240" y="4617720"/>
            <a:ext cx="749808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61772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PRESENTED BY   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DEVELOPER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  React + Vite + Tailwind   •   Presented to: ____________ (professor)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5715000"/>
            <a:ext cx="108813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715000"/>
            <a:ext cx="1088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29968" y="5715000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29968" y="571500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5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090672" y="5715000"/>
            <a:ext cx="147218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5715000"/>
            <a:ext cx="1472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27448" y="5715000"/>
            <a:ext cx="11841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5715000"/>
            <a:ext cx="11841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shadcn/ui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76188" y="5715000"/>
            <a:ext cx="166420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76188" y="5715000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Router 6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04988" y="5715000"/>
            <a:ext cx="108813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B27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4988" y="5715000"/>
            <a:ext cx="1088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B27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Recharts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157716" y="5715000"/>
            <a:ext cx="70408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57716" y="5715000"/>
            <a:ext cx="704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Jest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Frontend Developer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THE STORY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CCMS Exists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License &amp; certificate paperwork — digitized end to end.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057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 BEFORE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manual process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278892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forms, in-person submission
</a:t>
            </a:r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status visibility — applicants keep calling
</a:t>
            </a:r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Handwritten certificates, easy to forge
</a:t>
            </a:r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data re-typed from scratch every time
</a:t>
            </a:r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scattered, no analytics for management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97880" y="3657600"/>
            <a:ext cx="640080" cy="256032"/>
          </a:xfrm>
          <a:prstGeom prst="rightArrow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667512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EEF2FF"/>
          </a:solidFill>
          <a:ln w="1905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2057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 WITH  CCMS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digital workflow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949440" y="278892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5-step online application with file uploads
</a:t>
            </a:r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status tracked on a personal dashboard
</a:t>
            </a:r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PDF/DOCX certificates with QR verification seals
</a:t>
            </a:r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Auto-filled from Ethiopia's eTrade registry by TIN
</a:t>
            </a:r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</a:t>
            </a:r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analytics, audit logs &amp; role-based controls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Frontend Developer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USERS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System, Three Roles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controls what each user sees — and what the backend allows them to do.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87452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2103120"/>
            <a:ext cx="2971800" cy="868680"/>
          </a:xfrm>
          <a:prstGeom prst="roundRect">
            <a:avLst>
              <a:gd name="adj" fmla="val 8421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10312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  </a:t>
            </a:r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3154680"/>
            <a:ext cx="2926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Registers &amp; logs in
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5-step apply wizard with uploads
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Renews via reference number
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Tracks status live, can withdraw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07408" y="187452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36008" y="2103120"/>
            <a:ext cx="297180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210312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🧑‍💼  </a:t>
            </a:r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STAFF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81728" y="3154680"/>
            <a:ext cx="2926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Reviews pending applications
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Checks documents &amp; business data
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Approves / rejects with a reason
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Real-time dashboard updates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74736" y="187452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03336" y="2103120"/>
            <a:ext cx="2971800" cy="868680"/>
          </a:xfrm>
          <a:prstGeom prst="roundRect">
            <a:avLst>
              <a:gd name="adj" fmla="val 842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0496" y="210312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  </a:t>
            </a:r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49056" y="3154680"/>
            <a:ext cx="2926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Final decisions &amp; certificates
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Generates PDF/DOCX + QR seal
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Users, service types, settings
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Analytics charts &amp; reports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5800" y="60533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 Each role has its own</a:t>
            </a:r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guarded route tree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(/applicant  /staff  /admin) enforced by RequireAuth.jsx + backend requireRole().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Frontend Developer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WHAT IT DOES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Highlights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things worth demoing — every one of them touched by the frontend.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9202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ECFE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" y="20299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🪄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04672" y="25420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5-Step Apply Wizard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" y="28803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→ Applicant → Service → Documents → Review, with a Stepper UI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1920240"/>
            <a:ext cx="64008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Shape 14"/>
          <p:cNvSpPr/>
          <p:nvPr/>
        </p:nvSpPr>
        <p:spPr>
          <a:xfrm>
            <a:off x="3456432" y="19202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21024" y="20299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21024" y="25420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TIN Autofill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21024" y="28803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a TIN → real owner, phone, license &amp; photo pulled from etrade.gov.et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56432" y="1920240"/>
            <a:ext cx="64008" cy="18288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Shape 19"/>
          <p:cNvSpPr/>
          <p:nvPr/>
        </p:nvSpPr>
        <p:spPr>
          <a:xfrm>
            <a:off x="6272784" y="19202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37376" y="20299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37376" y="25420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Dashboards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37376" y="28803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Server-Sent Events push status changes — no refresh needed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72784" y="1920240"/>
            <a:ext cx="64008" cy="1828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Shape 24"/>
          <p:cNvSpPr/>
          <p:nvPr/>
        </p:nvSpPr>
        <p:spPr>
          <a:xfrm>
            <a:off x="9089136" y="19202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253728" y="20299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253728" y="25420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Bilingual EN / AM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253728" y="28803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Amharic translation layer + language toggle on every page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89136" y="1920240"/>
            <a:ext cx="64008" cy="1828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39776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04672" y="40873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04672" y="45994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Calendar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4672" y="49377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Ethiopic DOB picker, dates &amp; reference numbers like 42/2018 E.C.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3977640"/>
            <a:ext cx="64008" cy="1828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Shape 34"/>
          <p:cNvSpPr/>
          <p:nvPr/>
        </p:nvSpPr>
        <p:spPr>
          <a:xfrm>
            <a:off x="3456432" y="39776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CE7F3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621024" y="40873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📜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3621024" y="45994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Certificates + QR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621024" y="49377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Printable PDF/DOCX with digital seal; public /verify page for anyone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456432" y="3977640"/>
            <a:ext cx="64008" cy="182880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41" name="Shape 39"/>
          <p:cNvSpPr/>
          <p:nvPr/>
        </p:nvSpPr>
        <p:spPr>
          <a:xfrm>
            <a:off x="6272784" y="39776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ECFE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37376" y="40873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437376" y="45994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Autosave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37376" y="49377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Half-filled forms persist in localStorage per user — never lose work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72784" y="3977640"/>
            <a:ext cx="64008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6" name="Shape 44"/>
          <p:cNvSpPr/>
          <p:nvPr/>
        </p:nvSpPr>
        <p:spPr>
          <a:xfrm>
            <a:off x="9089136" y="39776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9253728" y="40873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9253728" y="45994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Analytics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253728" y="49377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Recharts bar &amp; pie charts on submissions, status and trends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089136" y="3977640"/>
            <a:ext cx="64008" cy="1828800"/>
          </a:xfrm>
          <a:prstGeom prst="rect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Frontend Developer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TECH STACK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Machine Under the Hood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Left = what I build with every day.  Right = what my frontend talks to.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828800"/>
            <a:ext cx="5577840" cy="4160520"/>
          </a:xfrm>
          <a:prstGeom prst="roundRect">
            <a:avLst>
              <a:gd name="adj" fmla="val 1758"/>
            </a:avLst>
          </a:prstGeom>
          <a:solidFill>
            <a:srgbClr val="EEF2FF"/>
          </a:solidFill>
          <a:ln w="1905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011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LAYER — FRONTEND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395728"/>
            <a:ext cx="51206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+ JSX</a:t>
            </a:r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components, hooks, StrictMode
</a:t>
            </a:r>
            <a:pPr indent="0" marL="0">
              <a:lnSpc>
                <a:spcPct val="142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5</a:t>
            </a:r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dev server, HMR, /api proxy, build
</a:t>
            </a:r>
            <a:pPr indent="0" marL="0">
              <a:lnSpc>
                <a:spcPct val="142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Router 6</a:t>
            </a:r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nested role layouts, guards
</a:t>
            </a:r>
            <a:pPr indent="0" marL="0">
              <a:lnSpc>
                <a:spcPct val="142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 3 + shadcn/ui</a:t>
            </a:r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design system, Radix a11y
</a:t>
            </a:r>
            <a:pPr indent="0" marL="0">
              <a:lnSpc>
                <a:spcPct val="142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+ hooks</a:t>
            </a:r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global session &amp; app state
</a:t>
            </a:r>
            <a:pPr indent="0" marL="0">
              <a:lnSpc>
                <a:spcPct val="142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Recharts • framer-motion • sonner</a:t>
            </a:r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42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@daypicker/ethiopic • qrcode.react</a:t>
            </a:r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42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Jest + Testing Library</a:t>
            </a:r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component tests
</a:t>
            </a:r>
            <a:pPr indent="0" marL="0">
              <a:lnSpc>
                <a:spcPct val="142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natives</a:t>
            </a:r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fetch, FormData, EventSource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46520" y="182880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2011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TEAM'S LAYER — BACKEND API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20840" y="2395728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22 + Express 4</a:t>
            </a:r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REST API at /api/v1
</a:t>
            </a:r>
            <a:pPr indent="0" marL="0">
              <a:lnSpc>
                <a:spcPct val="142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 + Mongoose 8</a:t>
            </a:r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6 collections
</a:t>
            </a:r>
            <a:pPr indent="0" marL="0">
              <a:lnSpc>
                <a:spcPct val="142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(HttpOnly cookie) + bcrypt</a:t>
            </a:r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auth
</a:t>
            </a:r>
            <a:pPr indent="0" marL="0">
              <a:lnSpc>
                <a:spcPct val="142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Multer</a:t>
            </a:r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file uploads
</a:t>
            </a:r>
            <a:pPr indent="0" marL="0">
              <a:lnSpc>
                <a:spcPct val="142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Zod validation</a:t>
            </a:r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every request body
</a:t>
            </a:r>
            <a:pPr indent="0" marL="0">
              <a:lnSpc>
                <a:spcPct val="142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PDFKit • docx • Puppeteer • QR</a:t>
            </a:r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certificates
</a:t>
            </a:r>
            <a:pPr indent="0" marL="0">
              <a:lnSpc>
                <a:spcPct val="142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Nodemailer / Resend</a:t>
            </a:r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email
</a:t>
            </a:r>
            <a:pPr indent="0" marL="0">
              <a:lnSpc>
                <a:spcPct val="142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express-rate-limit • node-cron</a:t>
            </a:r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safety nets
</a:t>
            </a:r>
            <a:pPr indent="0" marL="0">
              <a:lnSpc>
                <a:spcPct val="142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Supertest + mongodb-memory</a:t>
            </a:r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API tests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6053328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DEPLOYED ON RENDER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ccms-api (Node service) + ccms-web (static site) + MongoDB Atlas, declared in render.yaml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Frontend Developer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ARCHITECTURE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My Frontend Is Wired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rule I keep: only ONE file in the whole app is allowed to call the backend.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63040" y="1828800"/>
            <a:ext cx="7498080" cy="859536"/>
          </a:xfrm>
          <a:prstGeom prst="roundRect">
            <a:avLst>
              <a:gd name="adj" fmla="val 8511"/>
            </a:avLst>
          </a:prstGeom>
          <a:solidFill>
            <a:srgbClr val="ECFEFF"/>
          </a:solidFill>
          <a:ln w="19050">
            <a:solidFill>
              <a:srgbClr val="A5F3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3040" y="1828800"/>
            <a:ext cx="73152" cy="85953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1691640" y="190195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  —  PAGES &amp; COMPONENTS   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renders &amp; navigates — never fetches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691640" y="22402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ApplyForm.jsx • StaffReview.jsx • Dashboards • ui/* (shadcn)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83480" y="2715768"/>
            <a:ext cx="457200" cy="173736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1463040" y="2907792"/>
            <a:ext cx="7498080" cy="859536"/>
          </a:xfrm>
          <a:prstGeom prst="roundRect">
            <a:avLst>
              <a:gd name="adj" fmla="val 8511"/>
            </a:avLst>
          </a:prstGeom>
          <a:solidFill>
            <a:srgbClr val="EEF2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63040" y="2907792"/>
            <a:ext cx="73152" cy="85953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1691640" y="298094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 STATE  —  REACT CONTEXT   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owns data + actions, no HTML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691640" y="331927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AuthContext (session) • AppDataContext (applications, SSE) • LanguageContext (EN/AM)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983480" y="3794760"/>
            <a:ext cx="457200" cy="173736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21" name="Shape 19"/>
          <p:cNvSpPr/>
          <p:nvPr/>
        </p:nvSpPr>
        <p:spPr>
          <a:xfrm>
            <a:off x="1463040" y="3986784"/>
            <a:ext cx="7498080" cy="859536"/>
          </a:xfrm>
          <a:prstGeom prst="roundRect">
            <a:avLst>
              <a:gd name="adj" fmla="val 8511"/>
            </a:avLst>
          </a:prstGeom>
          <a:solidFill>
            <a:srgbClr val="F5F3FF"/>
          </a:solidFill>
          <a:ln w="19050">
            <a:solidFill>
              <a:srgbClr val="DDD6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3040" y="3986784"/>
            <a:ext cx="73152" cy="8595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1691640" y="4059936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LAYER  —  services/api.js   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ONLY door to the backend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691640" y="439826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fetch() wrapper + 30+ named endpoint functions + ApiError class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83480" y="4873752"/>
            <a:ext cx="457200" cy="173736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26" name="Shape 24"/>
          <p:cNvSpPr/>
          <p:nvPr/>
        </p:nvSpPr>
        <p:spPr>
          <a:xfrm>
            <a:off x="1463040" y="5065776"/>
            <a:ext cx="7498080" cy="859536"/>
          </a:xfrm>
          <a:prstGeom prst="roundRect">
            <a:avLst>
              <a:gd name="adj" fmla="val 8511"/>
            </a:avLst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63040" y="5065776"/>
            <a:ext cx="73152" cy="85953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1691640" y="51389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 —  EXPRESS :4000   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 JSON with _links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691640" y="547725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/api/v1 routes → middleware (JWT→role→multer→zod) → controllers → MongoDB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281160" y="1828800"/>
            <a:ext cx="2286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46404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LAYERS?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64040" y="2331720"/>
            <a:ext cx="1965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Swap UI without touching API calls
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place to add headers, retries, error handling
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Easy to test — mock one module
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Junior-dev friendly structure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Frontend Developer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FRONTEND ↔ 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Connecting to the API — 5 Steps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Exactly how a click in the UI becomes a call to Express.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82880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828800"/>
            <a:ext cx="73152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1956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URL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463040" y="22128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config.js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069080" y="182880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VITE_API_URL from .env — swap localhost for the Render URL with zero code changes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2715768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2715768"/>
            <a:ext cx="73152" cy="7315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285292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2843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2807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 PROXY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463040" y="30998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vite.config.js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069080" y="271576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forwards /api/* from :5173 to Express :4000 — no CORS pain in development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3602736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602736"/>
            <a:ext cx="73152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Shape 25"/>
          <p:cNvSpPr/>
          <p:nvPr/>
        </p:nvSpPr>
        <p:spPr>
          <a:xfrm>
            <a:off x="868680" y="3739896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63040" y="36941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CLIENT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463040" y="398678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services/api.js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069080" y="3602736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fetch() with credentials:"include" (sends JWT cookie), JSON or FormData, retry + ApiError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" y="4489704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" y="4489704"/>
            <a:ext cx="73152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Shape 32"/>
          <p:cNvSpPr/>
          <p:nvPr/>
        </p:nvSpPr>
        <p:spPr>
          <a:xfrm>
            <a:off x="868680" y="4626864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63040" y="458114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463040" y="48737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contexts + hooks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069080" y="448970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AuthContext &amp; AppDataContext call api.* and hold data for the whole app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376672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" y="5376672"/>
            <a:ext cx="73152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Shape 39"/>
          <p:cNvSpPr/>
          <p:nvPr/>
        </p:nvSpPr>
        <p:spPr>
          <a:xfrm>
            <a:off x="868680" y="5513832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5504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463040" y="5468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463040" y="5760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 + useAuth()/useAppData()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069080" y="5376672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Components render state &amp; show errors — they never touch fetch themselves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Frontend Developer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FLOW SPOTLIGHT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 a Login Click Through the Stack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classic interview question — now with file names.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96596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965960"/>
            <a:ext cx="64008" cy="1600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0756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331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LoginForm.jsx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2679192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submits email + password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041648" y="2651760"/>
            <a:ext cx="384048" cy="237744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7" name="Shape 15"/>
          <p:cNvSpPr/>
          <p:nvPr/>
        </p:nvSpPr>
        <p:spPr>
          <a:xfrm>
            <a:off x="4434840" y="196596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34840" y="1965960"/>
            <a:ext cx="64008" cy="1600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20756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2331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useAuth().login()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663440" y="2679192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AuthContext picks loginApplicant / loginStaff / loginAdmin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836408" y="2651760"/>
            <a:ext cx="384048" cy="237744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0" y="196596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0" y="1965960"/>
            <a:ext cx="64008" cy="1600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8458200" y="20756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58200" y="2331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api.loginApplicant()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458200" y="2679192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 POST /api/v1/sessions/applicant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388620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3886200"/>
            <a:ext cx="64008" cy="1600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39959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680" y="4251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 proxy → :4000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68680" y="4599432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route → zod → bcrypt → jwt.sign()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041648" y="4572000"/>
            <a:ext cx="384048" cy="237744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34" name="Shape 32"/>
          <p:cNvSpPr/>
          <p:nvPr/>
        </p:nvSpPr>
        <p:spPr>
          <a:xfrm>
            <a:off x="4434840" y="388620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434840" y="3886200"/>
            <a:ext cx="64008" cy="1600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39959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4251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HttpOnly cookie set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4663440" y="4599432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cookie — JS can never read it (XSS-safe)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836408" y="4572000"/>
            <a:ext cx="384048" cy="237744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40" name="Shape 38"/>
          <p:cNvSpPr/>
          <p:nvPr/>
        </p:nvSpPr>
        <p:spPr>
          <a:xfrm>
            <a:off x="8229600" y="388620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29600" y="3886200"/>
            <a:ext cx="64008" cy="160020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42" name="Text 40"/>
          <p:cNvSpPr/>
          <p:nvPr/>
        </p:nvSpPr>
        <p:spPr>
          <a:xfrm>
            <a:off x="8458200" y="39959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458200" y="4251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setUser() → redirect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8458200" y="4599432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RequireAuth unlocks /applicant, /staff or /admin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8580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On every refresh the app calls </a:t>
            </a:r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/sessions/current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the session survives reloads because the cookie comes back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Frontend Developer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CODE SPOTLIGHT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One File That Talks to the API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frontend/src/services/api.js — the entire network layer, twice-simplified.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874520"/>
            <a:ext cx="667512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" y="2002536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2002536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7008" y="2002536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194560"/>
            <a:ext cx="621792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services/api.js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API_ROOT = "/api/v1";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request(path, { method = "GET", body } = {}) {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opts = { method, credentials: "include" };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(body instanceof FormData) {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opts.body = body;                  // files → multipart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opts.headers["Content-Type"] = "application/json";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opts.body = JSON.stringify(body);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fetch(`${API_ROOT}${path}`, opts);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(!res.ok) throw new ApiError(res.status, data?.message);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data;                         // JSON with _links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api = {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loginApplicant: (...)=&gt;…, decide: (...)=&gt;…,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submitApplication: (fd)=&gt;…, generateCertificate: (...)=&gt;…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89520" y="187452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89520" y="1874520"/>
            <a:ext cx="64008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1947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credentials: "include"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0" y="222199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sends the HttpOnly JWT cookie with every request — the session travels for free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89520" y="292608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9520" y="2926080"/>
            <a:ext cx="64008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2999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FormData branch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0" y="327355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uploads (photo, Fayda ID, docs) go multipart; JSON for the rest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589520" y="397764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89520" y="3977640"/>
            <a:ext cx="64008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0" y="4050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ApiError class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72400" y="432511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typed errors — pages show the backend's real message like "Not allowed" (403)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89520" y="502920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89520" y="5029200"/>
            <a:ext cx="64008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0" y="5102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 on 408/429/5xx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72400" y="537667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requests auto-retry once after 600ms — resilience nicety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Frontend Developer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API SURFACE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Endpoints My UI Uses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function  →  HTTP call  →  Express handler.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loginApplicant / loginStaff / loginAdmin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/sessions/applicant | /v8k2mxp4 | /zq9wr3nt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currentSession / logout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· DELETE /sessions/current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register / registerWithRole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/users · /users/register (access code)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forgotPassword / resetPassword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/users/forgot-password · /reset-password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applications / application(id)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C3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/applications?page&amp;limit · /:id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submitApplication(FormData)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C3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/applications  → multer → zod → create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decide(id, decision, reason)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/applications/:id/decisions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generateCertificate / sendCertificate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/applications/:id/certificate[/send]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verifyCertificate(ref)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B27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/certificates/:year/:seq  (public QR check)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businessRegistration(tin)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/business-registrations/:tin → etrade.gov.et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serviceTypes CRUD / getSettings / getAnalytics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/service-types · /settings · /reports/analytics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EventSource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/events  (Server-Sent-Events live stream)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8580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sides share </a:t>
            </a:r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API_ROOT = "/api/v1"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versioned REST, responses self-describe with _links (HATEOAS-style).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Frontend Developer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REAL-TIME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Dashboards That Update Themselves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Server-Sent Events — the applicant sees a decision the moment staff clicks it.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874520"/>
            <a:ext cx="6766560" cy="3977640"/>
          </a:xfrm>
          <a:prstGeom prst="roundRect">
            <a:avLst>
              <a:gd name="adj" fmla="val 1839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310896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1089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
</a:t>
            </a:r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:broadcastSSE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834640" y="3794760"/>
            <a:ext cx="1828800" cy="0"/>
          </a:xfrm>
          <a:prstGeom prst="line">
            <a:avLst/>
          </a:prstGeom>
          <a:noFill/>
          <a:ln w="38100">
            <a:solidFill>
              <a:srgbClr val="4F46E5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572000" y="3657600"/>
            <a:ext cx="457200" cy="274320"/>
          </a:xfrm>
          <a:prstGeom prst="rightArrow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3246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/api/v1/events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text/event-stream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12080" y="246888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C7D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24688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Applicant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212080" y="333756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C7D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33375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💻 Staff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212080" y="420624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C7D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42062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Admin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05840" y="51206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persistent connection per logged-in user — kept alive with a 25s ping.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80960" y="1874520"/>
            <a:ext cx="3886200" cy="3017520"/>
          </a:xfrm>
          <a:prstGeom prst="roundRect">
            <a:avLst>
              <a:gd name="adj" fmla="val 242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45552" y="2002536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6" name="Shape 24"/>
          <p:cNvSpPr/>
          <p:nvPr/>
        </p:nvSpPr>
        <p:spPr>
          <a:xfrm>
            <a:off x="8046720" y="2002536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7" name="Shape 25"/>
          <p:cNvSpPr/>
          <p:nvPr/>
        </p:nvSpPr>
        <p:spPr>
          <a:xfrm>
            <a:off x="8247888" y="2002536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8" name="Text 26"/>
          <p:cNvSpPr/>
          <p:nvPr/>
        </p:nvSpPr>
        <p:spPr>
          <a:xfrm>
            <a:off x="7909560" y="2194560"/>
            <a:ext cx="342900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AppDataContext.jsx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es = new EventSource(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"/api/v1/events",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withCredentials: true }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es.onmessage = (e) =&gt; {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msg = JSON.parse(e.data);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(msg.type === "application_update")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refresh();   // re-fetch data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es.onerror = () =&gt; reconnect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...in 5 seconds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80960" y="5074920"/>
            <a:ext cx="3886200" cy="822960"/>
          </a:xfrm>
          <a:prstGeom prst="roundRect">
            <a:avLst>
              <a:gd name="adj" fmla="val 8889"/>
            </a:avLst>
          </a:prstGeom>
          <a:solidFill>
            <a:srgbClr val="ECFEFF"/>
          </a:solidFill>
          <a:ln w="19050">
            <a:solidFill>
              <a:srgbClr val="A5F3FC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818120" y="5120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SSE not WebSocket?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55E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One-way server→client is all we need — simpler, works over plain HTTP.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Frontend Developer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ROUTING &amp; SECURITY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Routing, Defended Twice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frontend hides what you shouldn't see. The backend refuses what you shouldn't do.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874520"/>
            <a:ext cx="5577840" cy="4023360"/>
          </a:xfrm>
          <a:prstGeom prst="roundRect">
            <a:avLst>
              <a:gd name="adj" fmla="val 181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94A3B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" y="2002536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2002536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7008" y="2002536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194560"/>
            <a:ext cx="51206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App.jsx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&lt;Route path="/applicant" element={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&lt;RequireAuth roles={["applicant"]}&gt;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&lt;ApplicantLayout/&gt;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}&lt;/RequireAuth&gt; }&gt;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&lt;Route path="/staff" element={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&lt;RequireAuth roles={["staff"]}&gt; ...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&lt;Route path="/admin" element={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&lt;RequireAuth roles={["admin"]}&gt; ...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RequireAuth.jsx checks: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loading?       show spinner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!user?         → redirect to login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wrong role?    → send to own home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92240" y="1874520"/>
            <a:ext cx="50749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1874520"/>
            <a:ext cx="73152" cy="1207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693408" y="19659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GUARD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93408" y="225856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RequireAuth.jsx wraps every role's routes — fine-grained UX, instant redirects, also forces first-time password change when mustChangePassword is set.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3264408"/>
            <a:ext cx="50749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3264408"/>
            <a:ext cx="73152" cy="120700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6693408" y="335584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GUARD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93408" y="3648456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Express route: protect (JWT cookie) → requireRole("staff","admin") → validate (zod). A forged request still gets 401/403.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4654296"/>
            <a:ext cx="50749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92240" y="4654296"/>
            <a:ext cx="73152" cy="1207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6693408" y="474573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SECURITY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93408" y="5038344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in HttpOnly cookie — invisible to JavaScript, auto-sent with credentials:"include"; bcryptjs hashes; rate limit 150 req/15min.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Frontend Developer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LIVE DEMO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You're About to See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logins, four wow-moments.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92024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2121408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ECFE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12140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1   </a:t>
            </a:r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788920"/>
            <a:ext cx="3017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→ start application → type a TIN → eTrade autofill fills owner, phone, license &amp; photo → save draft → submit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07408" y="192024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2121408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4727448" y="212140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2   </a:t>
            </a:r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STAFF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36008" y="2788920"/>
            <a:ext cx="3017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 browser: see the new application appear live (SSE) → open it → approve with a reason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74736" y="192024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75904" y="2121408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F5F3FF"/>
          </a:solidFill>
          <a:ln/>
        </p:spPr>
      </p:sp>
      <p:sp>
        <p:nvSpPr>
          <p:cNvPr id="21" name="Text 19"/>
          <p:cNvSpPr/>
          <p:nvPr/>
        </p:nvSpPr>
        <p:spPr>
          <a:xfrm>
            <a:off x="8494776" y="212140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3   </a:t>
            </a:r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03336" y="2788920"/>
            <a:ext cx="3017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charts → final decision → generate certificate → print view with QR → scan it with a phone → public verify page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572000"/>
            <a:ext cx="1097280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4709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COMMANDS &amp; CHECKS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50292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(root: starts backend :4000 + frontend :5173 together)      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seed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(demo accounts)      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 :27017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 be running      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internet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needed for the live TIN lookup (screenshot fallback ready)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Frontend Developer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QUALITY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Tested, Then Shipped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Jest on my components to two Render services in production.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87452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ECFEFF"/>
          </a:solidFill>
          <a:ln w="19050">
            <a:solidFill>
              <a:srgbClr val="A5F3FC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🧪  TESTING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46888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Jest + React Testing Library + jsdom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User-behavior tests: 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FileDrop.test.jsx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ApplyForm.test.jsx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AdminReview.test.jsx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Router &amp; api module mocked — components tested in isolation
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Backend: </a:t>
            </a:r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Supertest + mongodb-memory-server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real API calls against a throwaway DB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187452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EEF2FF"/>
          </a:solidFill>
          <a:ln w="19050">
            <a:solidFill>
              <a:srgbClr val="C7D2FE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2057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🚀  DEPLOYMENT — render.yaml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246888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ccms-api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Node web service (backend/, health check /api/health)
</a:t>
            </a:r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ccms-web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static site from frontend/ dist
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twist: Express also serves the built SPA — same origin, so cookies just work
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Secrets live in env vars only (MONGO_URI, JWT_SECRET, access codes) — never in git
</a:t>
            </a:r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VITE_API_URL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injected at build time for prod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Frontend Developer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REFLECTION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 Learned — What Comes Next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engineering is the best closing note.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9202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920240"/>
            <a:ext cx="64008" cy="1691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20299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discipline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41248" y="2395728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Learned to separate UI, state and network — new pages now take minutes, not hours.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07408" y="19202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07408" y="1920240"/>
            <a:ext cx="64008" cy="16916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4608576" y="20299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integration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08576" y="2395728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Proxied a live government API (eTrade) and handled its latency, caching and SSL quirks.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74736" y="19202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74736" y="1920240"/>
            <a:ext cx="64008" cy="1691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8375904" y="20299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Accessibility &amp; a11y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75904" y="2395728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Radix/shadcn primitives + ARIA gave keyboard &amp; screen-reader support for free — but I validate it.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88620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886200"/>
            <a:ext cx="64008" cy="1691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39959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Next: React Query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41248" y="4361688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cache-aware data fetching &amp; invalidation on top of api.js; cursor pagination for long lists.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07408" y="388620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07408" y="3886200"/>
            <a:ext cx="64008" cy="169164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9" name="Text 27"/>
          <p:cNvSpPr/>
          <p:nvPr/>
        </p:nvSpPr>
        <p:spPr>
          <a:xfrm>
            <a:off x="4608576" y="39959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B27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Next: Playwright E2E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608576" y="4361688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 the full applicant→admin journey in a real browser.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74736" y="388620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74736" y="3886200"/>
            <a:ext cx="64008" cy="1691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8375904" y="39959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Next: S3 uploads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375904" y="4361688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uploads to object storage — the AWS SDK is already in the backend.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03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CCMS  •  Frontend Developer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966960" y="-822960"/>
            <a:ext cx="3108960" cy="310896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9" name="Shape 7"/>
          <p:cNvSpPr/>
          <p:nvPr/>
        </p:nvSpPr>
        <p:spPr>
          <a:xfrm>
            <a:off x="-1005840" y="4937760"/>
            <a:ext cx="2926080" cy="2926080"/>
          </a:xfrm>
          <a:prstGeom prst="ellipse">
            <a:avLst/>
          </a:prstGeom>
          <a:solidFill>
            <a:srgbClr val="ECFE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1463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4630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THAT'S A WRAP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8745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77240" y="3063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are welcome — especially the hard ones. 🙋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397764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5840" y="41148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05840" y="45902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roles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61488" y="41148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761488" y="45902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endpoints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17136" y="41148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17136" y="45902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wizard steps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72784" y="41148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272784" y="45902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028432" y="41148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028432" y="45902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api.js file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784080" y="41148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B27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∞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784080" y="45902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curiosity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77240" y="5440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walkthrough available: </a:t>
            </a:r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src/services/api.js  •  src/context/  •  src/App.jsx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CCMS - Frontend Presentation</dc:title>
  <dc:subject>PptxGenJS Presentation</dc:subject>
  <dc:creator>Frontend Developer</dc:creator>
  <cp:lastModifiedBy>Frontend Developer</cp:lastModifiedBy>
  <cp:revision>1</cp:revision>
  <dcterms:created xsi:type="dcterms:W3CDTF">2026-10-20T09:32:18Z</dcterms:created>
  <dcterms:modified xsi:type="dcterms:W3CDTF">2026-10-20T09:32:18Z</dcterms:modified>
</cp:coreProperties>
</file>